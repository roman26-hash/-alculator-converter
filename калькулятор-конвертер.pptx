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8"/>
  </p:notesMasterIdLst>
  <p:sldIdLst>
    <p:sldId id="256" r:id="rId2"/>
    <p:sldId id="302" r:id="rId3"/>
    <p:sldId id="296" r:id="rId4"/>
    <p:sldId id="303" r:id="rId5"/>
    <p:sldId id="305" r:id="rId6"/>
    <p:sldId id="275" r:id="rId7"/>
  </p:sldIdLst>
  <p:sldSz cx="9144000" cy="5143500" type="screen16x9"/>
  <p:notesSz cx="6858000" cy="9144000"/>
  <p:embeddedFontLst>
    <p:embeddedFont>
      <p:font typeface="Assistant" panose="020B0604020202020204" charset="-79"/>
      <p:regular r:id="rId9"/>
      <p:bold r:id="rId10"/>
    </p:embeddedFont>
    <p:embeddedFont>
      <p:font typeface="Sora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2FE26F-6412-4A81-8DC5-C15B9555069C}">
  <a:tblStyle styleId="{2D2FE26F-6412-4A81-8DC5-C15B955506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4317F28-998E-4ABA-B68D-B22E9C7E8D3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7" autoAdjust="0"/>
  </p:normalViewPr>
  <p:slideViewPr>
    <p:cSldViewPr>
      <p:cViewPr>
        <p:scale>
          <a:sx n="100" d="100"/>
          <a:sy n="100" d="100"/>
        </p:scale>
        <p:origin x="-946" y="-18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9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6808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125d80b419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125d80b419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5099" y="1609650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03613" y="3102750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8" name="Google Shape;38;p2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subTitle" idx="1"/>
          </p:nvPr>
        </p:nvSpPr>
        <p:spPr>
          <a:xfrm>
            <a:off x="720002" y="1099401"/>
            <a:ext cx="7704000" cy="36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89" name="Google Shape;89;p4"/>
          <p:cNvGrpSpPr/>
          <p:nvPr/>
        </p:nvGrpSpPr>
        <p:grpSpPr>
          <a:xfrm>
            <a:off x="280882" y="461910"/>
            <a:ext cx="8863118" cy="4294790"/>
            <a:chOff x="280882" y="461910"/>
            <a:chExt cx="8863118" cy="4294790"/>
          </a:xfrm>
        </p:grpSpPr>
        <p:sp>
          <p:nvSpPr>
            <p:cNvPr id="90" name="Google Shape;90;p4"/>
            <p:cNvSpPr/>
            <p:nvPr/>
          </p:nvSpPr>
          <p:spPr>
            <a:xfrm>
              <a:off x="8423999" y="4460300"/>
              <a:ext cx="720000" cy="296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91" name="Google Shape;91;p4"/>
            <p:cNvGrpSpPr/>
            <p:nvPr/>
          </p:nvGrpSpPr>
          <p:grpSpPr>
            <a:xfrm>
              <a:off x="280882" y="461910"/>
              <a:ext cx="426986" cy="146100"/>
              <a:chOff x="280882" y="461910"/>
              <a:chExt cx="426986" cy="1461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280882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561768" y="461910"/>
                <a:ext cx="146100" cy="1461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27" name="Google Shape;127;p8"/>
          <p:cNvGrpSpPr/>
          <p:nvPr/>
        </p:nvGrpSpPr>
        <p:grpSpPr>
          <a:xfrm>
            <a:off x="0" y="-260969"/>
            <a:ext cx="9144100" cy="6434830"/>
            <a:chOff x="0" y="-260969"/>
            <a:chExt cx="9144100" cy="6434830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7459000" y="3458275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30" name="Google Shape;130;p8"/>
            <p:cNvGrpSpPr/>
            <p:nvPr/>
          </p:nvGrpSpPr>
          <p:grpSpPr>
            <a:xfrm>
              <a:off x="715025" y="4448781"/>
              <a:ext cx="457692" cy="146187"/>
              <a:chOff x="715100" y="4416700"/>
              <a:chExt cx="559800" cy="178800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3" name="Google Shape;133;p8"/>
            <p:cNvGrpSpPr/>
            <p:nvPr/>
          </p:nvGrpSpPr>
          <p:grpSpPr>
            <a:xfrm>
              <a:off x="8074921" y="461910"/>
              <a:ext cx="707960" cy="146187"/>
              <a:chOff x="7797150" y="445600"/>
              <a:chExt cx="865900" cy="178800"/>
            </a:xfrm>
          </p:grpSpPr>
          <p:sp>
            <p:nvSpPr>
              <p:cNvPr id="134" name="Google Shape;134;p8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5" name="Google Shape;135;p8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6" name="Google Shape;136;p8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37" name="Google Shape;137;p8"/>
            <p:cNvGrpSpPr/>
            <p:nvPr/>
          </p:nvGrpSpPr>
          <p:grpSpPr>
            <a:xfrm>
              <a:off x="2661627" y="4121822"/>
              <a:ext cx="2054558" cy="2052038"/>
              <a:chOff x="2661627" y="4121822"/>
              <a:chExt cx="2054558" cy="2052038"/>
            </a:xfrm>
          </p:grpSpPr>
          <p:sp>
            <p:nvSpPr>
              <p:cNvPr id="138" name="Google Shape;138;p8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39" name="Google Shape;139;p8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1" name="Google Shape;141;p8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2" name="Google Shape;142;p8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3" name="Google Shape;143;p8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4" name="Google Shape;144;p8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8" name="Google Shape;148;p8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49" name="Google Shape;149;p8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54" name="Google Shape;154;p8"/>
            <p:cNvGrpSpPr/>
            <p:nvPr/>
          </p:nvGrpSpPr>
          <p:grpSpPr>
            <a:xfrm>
              <a:off x="5057274" y="-260969"/>
              <a:ext cx="1282527" cy="1043744"/>
              <a:chOff x="5577063" y="-266175"/>
              <a:chExt cx="1527000" cy="1242700"/>
            </a:xfrm>
          </p:grpSpPr>
          <p:sp>
            <p:nvSpPr>
              <p:cNvPr id="155" name="Google Shape;155;p8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6" name="Google Shape;156;p8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66" name="Google Shape;166;p9"/>
          <p:cNvGrpSpPr/>
          <p:nvPr/>
        </p:nvGrpSpPr>
        <p:grpSpPr>
          <a:xfrm>
            <a:off x="0" y="-773544"/>
            <a:ext cx="9144100" cy="5921180"/>
            <a:chOff x="0" y="-773544"/>
            <a:chExt cx="9144100" cy="5921180"/>
          </a:xfrm>
        </p:grpSpPr>
        <p:sp>
          <p:nvSpPr>
            <p:cNvPr id="167" name="Google Shape;167;p9"/>
            <p:cNvSpPr/>
            <p:nvPr/>
          </p:nvSpPr>
          <p:spPr>
            <a:xfrm>
              <a:off x="0" y="4612725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7459000" y="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69" name="Google Shape;169;p9"/>
            <p:cNvGrpSpPr/>
            <p:nvPr/>
          </p:nvGrpSpPr>
          <p:grpSpPr>
            <a:xfrm>
              <a:off x="4343154" y="461906"/>
              <a:ext cx="457692" cy="146187"/>
              <a:chOff x="715100" y="4416700"/>
              <a:chExt cx="559800" cy="178800"/>
            </a:xfrm>
          </p:grpSpPr>
          <p:sp>
            <p:nvSpPr>
              <p:cNvPr id="170" name="Google Shape;170;p9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1" name="Google Shape;171;p9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2" name="Google Shape;172;p9"/>
            <p:cNvGrpSpPr/>
            <p:nvPr/>
          </p:nvGrpSpPr>
          <p:grpSpPr>
            <a:xfrm>
              <a:off x="4218020" y="4535410"/>
              <a:ext cx="707960" cy="146187"/>
              <a:chOff x="7797150" y="445600"/>
              <a:chExt cx="865900" cy="178800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76" name="Google Shape;176;p9"/>
            <p:cNvGrpSpPr/>
            <p:nvPr/>
          </p:nvGrpSpPr>
          <p:grpSpPr>
            <a:xfrm rot="10800000" flipH="1">
              <a:off x="529227" y="-773544"/>
              <a:ext cx="2054558" cy="2052038"/>
              <a:chOff x="2661627" y="4121822"/>
              <a:chExt cx="2054558" cy="2052038"/>
            </a:xfrm>
          </p:grpSpPr>
          <p:sp>
            <p:nvSpPr>
              <p:cNvPr id="177" name="Google Shape;177;p9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79" name="Google Shape;179;p9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3" name="Google Shape;183;p9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4" name="Google Shape;184;p9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8" name="Google Shape;188;p9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89" name="Google Shape;189;p9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193" name="Google Shape;193;p9"/>
            <p:cNvGrpSpPr/>
            <p:nvPr/>
          </p:nvGrpSpPr>
          <p:grpSpPr>
            <a:xfrm rot="10800000" flipH="1">
              <a:off x="7571874" y="4103892"/>
              <a:ext cx="1282527" cy="1043744"/>
              <a:chOff x="5577063" y="-266175"/>
              <a:chExt cx="1527000" cy="1242700"/>
            </a:xfrm>
          </p:grpSpPr>
          <p:sp>
            <p:nvSpPr>
              <p:cNvPr id="194" name="Google Shape;194;p9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>
            <a:spLocks noGrp="1"/>
          </p:cNvSpPr>
          <p:nvPr>
            <p:ph type="ctrTitle"/>
          </p:nvPr>
        </p:nvSpPr>
        <p:spPr>
          <a:xfrm>
            <a:off x="2382300" y="822588"/>
            <a:ext cx="43794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78" name="Google Shape;378;p23"/>
          <p:cNvSpPr txBox="1">
            <a:spLocks noGrp="1"/>
          </p:cNvSpPr>
          <p:nvPr>
            <p:ph type="subTitle" idx="1"/>
          </p:nvPr>
        </p:nvSpPr>
        <p:spPr>
          <a:xfrm>
            <a:off x="2382300" y="1777238"/>
            <a:ext cx="43794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79" name="Google Shape;379;p23"/>
          <p:cNvSpPr txBox="1"/>
          <p:nvPr/>
        </p:nvSpPr>
        <p:spPr>
          <a:xfrm>
            <a:off x="2382300" y="3373212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includes icons by </a:t>
            </a:r>
            <a:r>
              <a:rPr lang="en" sz="10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" sz="10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infographics &amp; images by </a:t>
            </a:r>
            <a:r>
              <a:rPr lang="en" sz="1000" b="1" u="sng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380" name="Google Shape;380;p23"/>
          <p:cNvGrpSpPr/>
          <p:nvPr/>
        </p:nvGrpSpPr>
        <p:grpSpPr>
          <a:xfrm>
            <a:off x="-970075" y="-260969"/>
            <a:ext cx="10114085" cy="6434830"/>
            <a:chOff x="-970075" y="-260969"/>
            <a:chExt cx="10114085" cy="6434830"/>
          </a:xfrm>
        </p:grpSpPr>
        <p:sp>
          <p:nvSpPr>
            <p:cNvPr id="381" name="Google Shape;381;p23"/>
            <p:cNvSpPr/>
            <p:nvPr/>
          </p:nvSpPr>
          <p:spPr>
            <a:xfrm>
              <a:off x="7886100" y="0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82" name="Google Shape;382;p23"/>
            <p:cNvSpPr/>
            <p:nvPr/>
          </p:nvSpPr>
          <p:spPr>
            <a:xfrm>
              <a:off x="-970075" y="1729200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383" name="Google Shape;383;p23"/>
            <p:cNvGrpSpPr/>
            <p:nvPr/>
          </p:nvGrpSpPr>
          <p:grpSpPr>
            <a:xfrm>
              <a:off x="1753250" y="4608506"/>
              <a:ext cx="457692" cy="146187"/>
              <a:chOff x="715100" y="4416700"/>
              <a:chExt cx="559800" cy="178800"/>
            </a:xfrm>
          </p:grpSpPr>
          <p:sp>
            <p:nvSpPr>
              <p:cNvPr id="384" name="Google Shape;384;p23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85" name="Google Shape;385;p23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386" name="Google Shape;386;p23"/>
            <p:cNvGrpSpPr/>
            <p:nvPr/>
          </p:nvGrpSpPr>
          <p:grpSpPr>
            <a:xfrm flipH="1">
              <a:off x="7089452" y="4121822"/>
              <a:ext cx="2054558" cy="2052038"/>
              <a:chOff x="2661627" y="4121822"/>
              <a:chExt cx="2054558" cy="2052038"/>
            </a:xfrm>
          </p:grpSpPr>
          <p:sp>
            <p:nvSpPr>
              <p:cNvPr id="387" name="Google Shape;387;p23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88" name="Google Shape;388;p23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89" name="Google Shape;389;p23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0" name="Google Shape;390;p23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1" name="Google Shape;391;p23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2" name="Google Shape;392;p23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3" name="Google Shape;393;p23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4" name="Google Shape;394;p23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5" name="Google Shape;395;p23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6" name="Google Shape;396;p23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7" name="Google Shape;397;p23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8" name="Google Shape;398;p23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399" name="Google Shape;399;p23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0" name="Google Shape;400;p23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1" name="Google Shape;401;p23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2" name="Google Shape;402;p23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03" name="Google Shape;403;p23"/>
            <p:cNvGrpSpPr/>
            <p:nvPr/>
          </p:nvGrpSpPr>
          <p:grpSpPr>
            <a:xfrm flipH="1">
              <a:off x="715099" y="-260969"/>
              <a:ext cx="1282527" cy="1043744"/>
              <a:chOff x="5577063" y="-266175"/>
              <a:chExt cx="1527000" cy="1242700"/>
            </a:xfrm>
          </p:grpSpPr>
          <p:sp>
            <p:nvSpPr>
              <p:cNvPr id="404" name="Google Shape;404;p23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5" name="Google Shape;405;p23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6" name="Google Shape;406;p23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7" name="Google Shape;407;p23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8" name="Google Shape;408;p23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09" name="Google Shape;409;p23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1" name="Google Shape;411;p23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12" name="Google Shape;412;p23"/>
            <p:cNvGrpSpPr/>
            <p:nvPr/>
          </p:nvGrpSpPr>
          <p:grpSpPr>
            <a:xfrm>
              <a:off x="4218021" y="388710"/>
              <a:ext cx="707960" cy="146187"/>
              <a:chOff x="7797150" y="445600"/>
              <a:chExt cx="865900" cy="178800"/>
            </a:xfrm>
          </p:grpSpPr>
          <p:sp>
            <p:nvSpPr>
              <p:cNvPr id="413" name="Google Shape;413;p23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4" name="Google Shape;414;p23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15" name="Google Shape;415;p23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24"/>
          <p:cNvGrpSpPr/>
          <p:nvPr/>
        </p:nvGrpSpPr>
        <p:grpSpPr>
          <a:xfrm>
            <a:off x="-50" y="-12559"/>
            <a:ext cx="9144050" cy="5156057"/>
            <a:chOff x="-50" y="-12559"/>
            <a:chExt cx="9144050" cy="5156057"/>
          </a:xfrm>
        </p:grpSpPr>
        <p:sp>
          <p:nvSpPr>
            <p:cNvPr id="418" name="Google Shape;418;p24"/>
            <p:cNvSpPr/>
            <p:nvPr/>
          </p:nvSpPr>
          <p:spPr>
            <a:xfrm rot="10800000" flipH="1">
              <a:off x="-50" y="4602454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 rot="10800000" flipH="1">
              <a:off x="7458900" y="-12559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20" name="Google Shape;420;p24"/>
            <p:cNvGrpSpPr/>
            <p:nvPr/>
          </p:nvGrpSpPr>
          <p:grpSpPr>
            <a:xfrm rot="10800000" flipH="1">
              <a:off x="714975" y="535848"/>
              <a:ext cx="457692" cy="146187"/>
              <a:chOff x="715100" y="4416700"/>
              <a:chExt cx="559800" cy="178800"/>
            </a:xfrm>
          </p:grpSpPr>
          <p:sp>
            <p:nvSpPr>
              <p:cNvPr id="421" name="Google Shape;421;p24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2" name="Google Shape;422;p24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3" name="Google Shape;423;p24"/>
            <p:cNvGrpSpPr/>
            <p:nvPr/>
          </p:nvGrpSpPr>
          <p:grpSpPr>
            <a:xfrm rot="10800000" flipH="1">
              <a:off x="8074871" y="4522720"/>
              <a:ext cx="707960" cy="146187"/>
              <a:chOff x="7797150" y="445600"/>
              <a:chExt cx="865900" cy="178800"/>
            </a:xfrm>
          </p:grpSpPr>
          <p:sp>
            <p:nvSpPr>
              <p:cNvPr id="424" name="Google Shape;424;p24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5" name="Google Shape;425;p24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27" name="Google Shape;427;p24"/>
            <p:cNvGrpSpPr/>
            <p:nvPr/>
          </p:nvGrpSpPr>
          <p:grpSpPr>
            <a:xfrm rot="10800000" flipH="1">
              <a:off x="2661577" y="-12544"/>
              <a:ext cx="2054558" cy="2052038"/>
              <a:chOff x="2661627" y="4121822"/>
              <a:chExt cx="2054558" cy="2052038"/>
            </a:xfrm>
          </p:grpSpPr>
          <p:sp>
            <p:nvSpPr>
              <p:cNvPr id="428" name="Google Shape;428;p24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44" name="Google Shape;444;p24"/>
            <p:cNvGrpSpPr/>
            <p:nvPr/>
          </p:nvGrpSpPr>
          <p:grpSpPr>
            <a:xfrm rot="10800000" flipH="1">
              <a:off x="5057224" y="4099754"/>
              <a:ext cx="1282527" cy="1043744"/>
              <a:chOff x="5577063" y="-266175"/>
              <a:chExt cx="1527000" cy="1242700"/>
            </a:xfrm>
          </p:grpSpPr>
          <p:sp>
            <p:nvSpPr>
              <p:cNvPr id="445" name="Google Shape;445;p24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25"/>
          <p:cNvGrpSpPr/>
          <p:nvPr/>
        </p:nvGrpSpPr>
        <p:grpSpPr>
          <a:xfrm>
            <a:off x="0" y="6"/>
            <a:ext cx="9144100" cy="5147655"/>
            <a:chOff x="0" y="6"/>
            <a:chExt cx="9144100" cy="5147655"/>
          </a:xfrm>
        </p:grpSpPr>
        <p:sp>
          <p:nvSpPr>
            <p:cNvPr id="455" name="Google Shape;455;p25"/>
            <p:cNvSpPr/>
            <p:nvPr/>
          </p:nvSpPr>
          <p:spPr>
            <a:xfrm rot="10800000" flipH="1">
              <a:off x="0" y="16"/>
              <a:ext cx="1257900" cy="53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56" name="Google Shape;456;p25"/>
            <p:cNvSpPr/>
            <p:nvPr/>
          </p:nvSpPr>
          <p:spPr>
            <a:xfrm rot="10800000" flipH="1">
              <a:off x="7459000" y="3462541"/>
              <a:ext cx="1685100" cy="16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57" name="Google Shape;457;p25"/>
            <p:cNvGrpSpPr/>
            <p:nvPr/>
          </p:nvGrpSpPr>
          <p:grpSpPr>
            <a:xfrm rot="10800000" flipH="1">
              <a:off x="4343154" y="4539548"/>
              <a:ext cx="457692" cy="146187"/>
              <a:chOff x="715100" y="4416700"/>
              <a:chExt cx="559800" cy="178800"/>
            </a:xfrm>
          </p:grpSpPr>
          <p:sp>
            <p:nvSpPr>
              <p:cNvPr id="458" name="Google Shape;458;p25"/>
              <p:cNvSpPr/>
              <p:nvPr/>
            </p:nvSpPr>
            <p:spPr>
              <a:xfrm>
                <a:off x="715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1096100" y="4416700"/>
                <a:ext cx="178800" cy="178800"/>
              </a:xfrm>
              <a:prstGeom prst="diamond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0" name="Google Shape;460;p25"/>
            <p:cNvGrpSpPr/>
            <p:nvPr/>
          </p:nvGrpSpPr>
          <p:grpSpPr>
            <a:xfrm rot="10800000" flipH="1">
              <a:off x="4218020" y="466045"/>
              <a:ext cx="707960" cy="146187"/>
              <a:chOff x="7797150" y="445600"/>
              <a:chExt cx="865900" cy="178800"/>
            </a:xfrm>
          </p:grpSpPr>
          <p:sp>
            <p:nvSpPr>
              <p:cNvPr id="461" name="Google Shape;461;p25"/>
              <p:cNvSpPr/>
              <p:nvPr/>
            </p:nvSpPr>
            <p:spPr>
              <a:xfrm>
                <a:off x="77971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814070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3" name="Google Shape;463;p25"/>
              <p:cNvSpPr/>
              <p:nvPr/>
            </p:nvSpPr>
            <p:spPr>
              <a:xfrm>
                <a:off x="8484250" y="445600"/>
                <a:ext cx="178800" cy="178800"/>
              </a:xfrm>
              <a:prstGeom prst="rect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64" name="Google Shape;464;p25"/>
            <p:cNvGrpSpPr/>
            <p:nvPr/>
          </p:nvGrpSpPr>
          <p:grpSpPr>
            <a:xfrm>
              <a:off x="538752" y="3095622"/>
              <a:ext cx="2054558" cy="2052038"/>
              <a:chOff x="2661627" y="4121822"/>
              <a:chExt cx="2054558" cy="2052038"/>
            </a:xfrm>
          </p:grpSpPr>
          <p:sp>
            <p:nvSpPr>
              <p:cNvPr id="465" name="Google Shape;465;p25"/>
              <p:cNvSpPr/>
              <p:nvPr/>
            </p:nvSpPr>
            <p:spPr>
              <a:xfrm>
                <a:off x="3688500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6" name="Google Shape;466;p25"/>
              <p:cNvSpPr/>
              <p:nvPr/>
            </p:nvSpPr>
            <p:spPr>
              <a:xfrm>
                <a:off x="3688500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7" name="Google Shape;467;p25"/>
              <p:cNvSpPr/>
              <p:nvPr/>
            </p:nvSpPr>
            <p:spPr>
              <a:xfrm>
                <a:off x="3688500" y="4891339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8" name="Google Shape;468;p25"/>
              <p:cNvSpPr/>
              <p:nvPr/>
            </p:nvSpPr>
            <p:spPr>
              <a:xfrm>
                <a:off x="3945856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69" name="Google Shape;469;p25"/>
              <p:cNvSpPr/>
              <p:nvPr/>
            </p:nvSpPr>
            <p:spPr>
              <a:xfrm>
                <a:off x="3431984" y="4634833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0" name="Google Shape;470;p25"/>
              <p:cNvSpPr/>
              <p:nvPr/>
            </p:nvSpPr>
            <p:spPr>
              <a:xfrm>
                <a:off x="3175478" y="4378328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1" name="Google Shape;471;p25"/>
              <p:cNvSpPr/>
              <p:nvPr/>
            </p:nvSpPr>
            <p:spPr>
              <a:xfrm>
                <a:off x="2918973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2" name="Google Shape;472;p25"/>
              <p:cNvSpPr/>
              <p:nvPr/>
            </p:nvSpPr>
            <p:spPr>
              <a:xfrm>
                <a:off x="3431984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3" name="Google Shape;473;p25"/>
              <p:cNvSpPr/>
              <p:nvPr/>
            </p:nvSpPr>
            <p:spPr>
              <a:xfrm>
                <a:off x="394584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4" name="Google Shape;474;p25"/>
              <p:cNvSpPr/>
              <p:nvPr/>
            </p:nvSpPr>
            <p:spPr>
              <a:xfrm>
                <a:off x="4202340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5" name="Google Shape;475;p25"/>
              <p:cNvSpPr/>
              <p:nvPr/>
            </p:nvSpPr>
            <p:spPr>
              <a:xfrm>
                <a:off x="4459685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6" name="Google Shape;476;p25"/>
              <p:cNvSpPr/>
              <p:nvPr/>
            </p:nvSpPr>
            <p:spPr>
              <a:xfrm>
                <a:off x="3175478" y="5404350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7" name="Google Shape;477;p25"/>
              <p:cNvSpPr/>
              <p:nvPr/>
            </p:nvSpPr>
            <p:spPr>
              <a:xfrm>
                <a:off x="3431984" y="5660855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8" name="Google Shape;478;p25"/>
              <p:cNvSpPr/>
              <p:nvPr/>
            </p:nvSpPr>
            <p:spPr>
              <a:xfrm>
                <a:off x="2918133" y="5147844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79" name="Google Shape;479;p25"/>
              <p:cNvSpPr/>
              <p:nvPr/>
            </p:nvSpPr>
            <p:spPr>
              <a:xfrm>
                <a:off x="2661627" y="5917361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0" name="Google Shape;480;p25"/>
              <p:cNvSpPr/>
              <p:nvPr/>
            </p:nvSpPr>
            <p:spPr>
              <a:xfrm>
                <a:off x="4459685" y="4121822"/>
                <a:ext cx="256500" cy="2565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  <p:grpSp>
          <p:nvGrpSpPr>
            <p:cNvPr id="481" name="Google Shape;481;p25"/>
            <p:cNvGrpSpPr/>
            <p:nvPr/>
          </p:nvGrpSpPr>
          <p:grpSpPr>
            <a:xfrm>
              <a:off x="7343274" y="6"/>
              <a:ext cx="1282527" cy="1043744"/>
              <a:chOff x="5577063" y="-266175"/>
              <a:chExt cx="1527000" cy="1242700"/>
            </a:xfrm>
          </p:grpSpPr>
          <p:sp>
            <p:nvSpPr>
              <p:cNvPr id="482" name="Google Shape;482;p25"/>
              <p:cNvSpPr/>
              <p:nvPr/>
            </p:nvSpPr>
            <p:spPr>
              <a:xfrm>
                <a:off x="58824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3" name="Google Shape;483;p25"/>
              <p:cNvSpPr/>
              <p:nvPr/>
            </p:nvSpPr>
            <p:spPr>
              <a:xfrm>
                <a:off x="61878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64932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6798663" y="392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6493263" y="-26617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6493263" y="3446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87863" y="6500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5577063" y="671125"/>
                <a:ext cx="305400" cy="305400"/>
              </a:xfrm>
              <a:prstGeom prst="rect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ssistant"/>
                  <a:ea typeface="Assistant"/>
                  <a:cs typeface="Assistant"/>
                  <a:sym typeface="Assistant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8" r:id="rId6"/>
    <p:sldLayoutId id="2147483669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 txBox="1">
            <a:spLocks noGrp="1"/>
          </p:cNvSpPr>
          <p:nvPr>
            <p:ph type="ctrTitle"/>
          </p:nvPr>
        </p:nvSpPr>
        <p:spPr>
          <a:xfrm>
            <a:off x="755576" y="1275606"/>
            <a:ext cx="7713900" cy="149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КАЛЬКУЛЯТОР-КОНВЕРТЕР</a:t>
            </a:r>
            <a:endParaRPr sz="3600" b="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" name="Google Shape;501;p29"/>
          <p:cNvSpPr txBox="1">
            <a:spLocks noGrp="1"/>
          </p:cNvSpPr>
          <p:nvPr>
            <p:ph type="subTitle" idx="1"/>
          </p:nvPr>
        </p:nvSpPr>
        <p:spPr>
          <a:xfrm>
            <a:off x="539552" y="3075806"/>
            <a:ext cx="4736700" cy="4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ru-RU" dirty="0"/>
              <a:t>Выполнил: </a:t>
            </a:r>
            <a:r>
              <a:rPr lang="ru-RU" dirty="0" err="1"/>
              <a:t>Гуняк</a:t>
            </a:r>
            <a:r>
              <a:rPr lang="ru-RU" dirty="0"/>
              <a:t> </a:t>
            </a:r>
            <a:r>
              <a:rPr lang="ru-RU" dirty="0" smtClean="0"/>
              <a:t>Роман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1131590"/>
            <a:ext cx="7236378" cy="1472349"/>
          </a:xfrm>
        </p:spPr>
        <p:txBody>
          <a:bodyPr/>
          <a:lstStyle/>
          <a:p>
            <a:pPr algn="l"/>
            <a:r>
              <a:rPr lang="ru-RU" dirty="0" smtClean="0"/>
              <a:t>           </a:t>
            </a:r>
            <a:r>
              <a:rPr lang="ru-RU" sz="1600" dirty="0"/>
              <a:t>Калькулятор-конвертер — это веб-приложение, написанное на </a:t>
            </a:r>
            <a:r>
              <a:rPr lang="ru-RU" sz="1600" dirty="0" err="1"/>
              <a:t>Python</a:t>
            </a:r>
            <a:r>
              <a:rPr lang="ru-RU" sz="1600" dirty="0"/>
              <a:t> с использованием </a:t>
            </a:r>
            <a:r>
              <a:rPr lang="ru-RU" sz="1600" dirty="0" err="1"/>
              <a:t>микрофреймворка</a:t>
            </a:r>
            <a:r>
              <a:rPr lang="ru-RU" sz="1600" dirty="0"/>
              <a:t> </a:t>
            </a:r>
            <a:r>
              <a:rPr lang="ru-RU" sz="1600" dirty="0" err="1"/>
              <a:t>Flask</a:t>
            </a:r>
            <a:r>
              <a:rPr lang="ru-RU" sz="1600" dirty="0"/>
              <a:t>. Оно позволяет пользователю быстро переводить значения между различными единицами измерения. </a:t>
            </a:r>
            <a:r>
              <a:rPr lang="ru-RU" sz="1600" dirty="0" smtClean="0"/>
              <a:t>Вычисления </a:t>
            </a:r>
            <a:r>
              <a:rPr lang="ru-RU" sz="1600" dirty="0"/>
              <a:t>выполняются на сервере, а интерфейс строится на классических HTML-формах. Курсы валют автоматически обновляются через открытое API </a:t>
            </a:r>
            <a:r>
              <a:rPr lang="ru-RU" sz="1600" dirty="0" err="1"/>
              <a:t>Frankfurter</a:t>
            </a:r>
            <a:r>
              <a:rPr lang="ru-RU" sz="1600" dirty="0"/>
              <a:t> с кешированием данных на один час.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399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755576" y="483518"/>
            <a:ext cx="7704000" cy="3096344"/>
          </a:xfrm>
        </p:spPr>
        <p:txBody>
          <a:bodyPr/>
          <a:lstStyle/>
          <a:p>
            <a:pPr algn="l"/>
            <a:r>
              <a:rPr lang="ru-RU" sz="1800" b="1" dirty="0" smtClean="0"/>
              <a:t>Цель:</a:t>
            </a:r>
            <a:r>
              <a:rPr lang="ru-RU" sz="1800" dirty="0" smtClean="0"/>
              <a:t> </a:t>
            </a:r>
            <a:r>
              <a:rPr lang="ru-RU" sz="1800" dirty="0"/>
              <a:t>Разработать веб-приложение для конвертации физических величин (длина, вес, температура) и валют с серверной логикой на </a:t>
            </a:r>
            <a:r>
              <a:rPr lang="ru-RU" sz="1800" dirty="0" err="1" smtClean="0"/>
              <a:t>Python</a:t>
            </a:r>
            <a:r>
              <a:rPr lang="ru-RU" sz="1800" dirty="0" smtClean="0"/>
              <a:t>.</a:t>
            </a:r>
          </a:p>
          <a:p>
            <a:pPr algn="l"/>
            <a:endParaRPr lang="ru-RU" sz="1800" dirty="0" smtClean="0"/>
          </a:p>
          <a:p>
            <a:pPr algn="l"/>
            <a:r>
              <a:rPr lang="ru-RU" sz="1800" b="1" dirty="0" smtClean="0"/>
              <a:t>Задачи: </a:t>
            </a:r>
            <a:endParaRPr lang="ru-RU" sz="1800" b="1" dirty="0" smtClean="0"/>
          </a:p>
          <a:p>
            <a:pPr marL="152400" indent="0" algn="l"/>
            <a:r>
              <a:rPr lang="ru-RU" sz="1800" dirty="0" smtClean="0"/>
              <a:t>1) Р</a:t>
            </a:r>
            <a:r>
              <a:rPr lang="ru-RU" sz="1800" dirty="0" smtClean="0"/>
              <a:t>еализовать </a:t>
            </a:r>
            <a:r>
              <a:rPr lang="ru-RU" sz="1800" dirty="0"/>
              <a:t>конвертацию длины, веса, температуры и </a:t>
            </a:r>
            <a:r>
              <a:rPr lang="ru-RU" sz="1800" dirty="0" smtClean="0"/>
              <a:t>валют</a:t>
            </a:r>
          </a:p>
          <a:p>
            <a:pPr marL="152400" indent="0" algn="l"/>
            <a:r>
              <a:rPr lang="ru-RU" sz="1800" dirty="0" smtClean="0"/>
              <a:t>2) Создать </a:t>
            </a:r>
            <a:r>
              <a:rPr lang="ru-RU" sz="1800" dirty="0"/>
              <a:t>веб-интерфейс на HTML/CSS с адаптивной </a:t>
            </a:r>
            <a:r>
              <a:rPr lang="ru-RU" sz="1800" dirty="0" smtClean="0"/>
              <a:t>вёрсткой</a:t>
            </a:r>
          </a:p>
          <a:p>
            <a:pPr marL="152400" indent="0" algn="l"/>
            <a:r>
              <a:rPr lang="ru-RU" sz="1800" dirty="0" smtClean="0"/>
              <a:t>3) Настроить </a:t>
            </a:r>
            <a:r>
              <a:rPr lang="ru-RU" sz="1800" dirty="0"/>
              <a:t>получение курсов валют через внешнее API с </a:t>
            </a:r>
            <a:r>
              <a:rPr lang="ru-RU" sz="1800" dirty="0" smtClean="0"/>
              <a:t>кешированием</a:t>
            </a:r>
          </a:p>
          <a:p>
            <a:pPr marL="152400" indent="0" algn="l"/>
            <a:r>
              <a:rPr lang="ru-RU" sz="1800" dirty="0" smtClean="0"/>
              <a:t>4) Добавить </a:t>
            </a:r>
            <a:r>
              <a:rPr lang="ru-RU" sz="1800" dirty="0" err="1"/>
              <a:t>валидацию</a:t>
            </a:r>
            <a:r>
              <a:rPr lang="ru-RU" sz="1800" dirty="0"/>
              <a:t> пользовательского </a:t>
            </a:r>
            <a:r>
              <a:rPr lang="ru-RU" sz="1800" dirty="0" smtClean="0"/>
              <a:t>ввода</a:t>
            </a:r>
          </a:p>
          <a:p>
            <a:pPr marL="152400" indent="0" algn="l"/>
            <a:r>
              <a:rPr lang="ru-RU" sz="1800" dirty="0" smtClean="0"/>
              <a:t>5) Обеспечить </a:t>
            </a:r>
            <a:r>
              <a:rPr lang="ru-RU" sz="1800" dirty="0"/>
              <a:t>полную перезагрузку страницы для каждого действия</a:t>
            </a:r>
          </a:p>
          <a:p>
            <a:pPr algn="l"/>
            <a:endParaRPr lang="ru-RU" sz="1800" dirty="0" smtClean="0"/>
          </a:p>
        </p:txBody>
      </p:sp>
    </p:spTree>
    <p:extLst>
      <p:ext uri="{BB962C8B-B14F-4D97-AF65-F5344CB8AC3E}">
        <p14:creationId xmlns:p14="http://schemas.microsoft.com/office/powerpoint/2010/main" val="359086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Реализация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1131590"/>
            <a:ext cx="7776864" cy="1400341"/>
          </a:xfrm>
        </p:spPr>
        <p:txBody>
          <a:bodyPr/>
          <a:lstStyle/>
          <a:p>
            <a:pPr algn="l"/>
            <a:r>
              <a:rPr lang="ru-RU" sz="1600" dirty="0" smtClean="0"/>
              <a:t>Проект </a:t>
            </a:r>
            <a:r>
              <a:rPr lang="ru-RU" sz="1600" dirty="0"/>
              <a:t>состоит из трёх основных файлов:</a:t>
            </a:r>
          </a:p>
          <a:p>
            <a:pPr algn="l"/>
            <a:r>
              <a:rPr lang="ru-RU" sz="1600" b="1" dirty="0"/>
              <a:t>app.py</a:t>
            </a:r>
            <a:r>
              <a:rPr lang="ru-RU" sz="1600" dirty="0"/>
              <a:t> — обработка маршрутов, получение данных из форм, рендеринг </a:t>
            </a:r>
            <a:r>
              <a:rPr lang="ru-RU" sz="1600" dirty="0" smtClean="0"/>
              <a:t>шаблонов.</a:t>
            </a:r>
          </a:p>
          <a:p>
            <a:pPr algn="l"/>
            <a:r>
              <a:rPr lang="ru-RU" sz="1600" b="1" dirty="0" smtClean="0"/>
              <a:t>converters.py</a:t>
            </a:r>
            <a:r>
              <a:rPr lang="ru-RU" sz="1600" dirty="0"/>
              <a:t> — функции конвертации для каждого типа величин и работа с API </a:t>
            </a:r>
            <a:r>
              <a:rPr lang="ru-RU" sz="1600" dirty="0" smtClean="0"/>
              <a:t>валют.</a:t>
            </a:r>
            <a:endParaRPr lang="ru-RU" sz="1600" dirty="0"/>
          </a:p>
          <a:p>
            <a:pPr algn="l"/>
            <a:r>
              <a:rPr lang="ru-RU" sz="1600" b="1" dirty="0" err="1"/>
              <a:t>templates</a:t>
            </a:r>
            <a:r>
              <a:rPr lang="ru-RU" sz="1600" b="1" dirty="0"/>
              <a:t>/index.html</a:t>
            </a:r>
            <a:r>
              <a:rPr lang="ru-RU" sz="1600" dirty="0"/>
              <a:t> — адаптивная веб-страница с формой и отображением </a:t>
            </a:r>
            <a:r>
              <a:rPr lang="ru-RU" sz="1600" dirty="0" smtClean="0"/>
              <a:t>результата.</a:t>
            </a:r>
          </a:p>
          <a:p>
            <a:pPr algn="l"/>
            <a:endParaRPr lang="ru-RU" sz="1600" dirty="0"/>
          </a:p>
          <a:p>
            <a:pPr algn="l"/>
            <a:r>
              <a:rPr lang="ru-RU" sz="1600" b="1" dirty="0"/>
              <a:t>Поддерживаются:</a:t>
            </a:r>
          </a:p>
          <a:p>
            <a:pPr algn="l"/>
            <a:r>
              <a:rPr lang="ru-RU" sz="1600" dirty="0"/>
              <a:t>Длина: м, км, см, мм, мили, футы, дюймы</a:t>
            </a:r>
          </a:p>
          <a:p>
            <a:pPr algn="l"/>
            <a:r>
              <a:rPr lang="ru-RU" sz="1600" dirty="0"/>
              <a:t>Вес: кг, г, мг, фунты, унции, тонны</a:t>
            </a:r>
          </a:p>
          <a:p>
            <a:pPr algn="l"/>
            <a:r>
              <a:rPr lang="ru-RU" sz="1600" dirty="0"/>
              <a:t>Температура: Цельсий, Фаренгейт, Кельвин</a:t>
            </a:r>
          </a:p>
          <a:p>
            <a:pPr algn="l"/>
            <a:r>
              <a:rPr lang="ru-RU" sz="1600" dirty="0"/>
              <a:t>Валюта: USD, EUR, GBP, JPY, CHF, CAD, AUD (курсы через API)</a:t>
            </a:r>
          </a:p>
        </p:txBody>
      </p:sp>
    </p:spTree>
    <p:extLst>
      <p:ext uri="{BB962C8B-B14F-4D97-AF65-F5344CB8AC3E}">
        <p14:creationId xmlns:p14="http://schemas.microsoft.com/office/powerpoint/2010/main" val="316309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99592" y="1275606"/>
            <a:ext cx="7344816" cy="1760381"/>
          </a:xfrm>
        </p:spPr>
        <p:txBody>
          <a:bodyPr/>
          <a:lstStyle/>
          <a:p>
            <a:pPr algn="l"/>
            <a:r>
              <a:rPr lang="ru-RU" sz="1600" dirty="0"/>
              <a:t>Разработанное приложение демонстрирует, что веб-сервис можно создать </a:t>
            </a:r>
            <a:r>
              <a:rPr lang="ru-RU" sz="1600" dirty="0" smtClean="0"/>
              <a:t>на</a:t>
            </a:r>
            <a:endParaRPr lang="en-US" sz="1600" dirty="0" smtClean="0"/>
          </a:p>
          <a:p>
            <a:pPr algn="l"/>
            <a:r>
              <a:rPr lang="ru-RU" sz="1600" dirty="0" smtClean="0"/>
              <a:t>чистом </a:t>
            </a:r>
            <a:r>
              <a:rPr lang="ru-RU" sz="1600" dirty="0" err="1"/>
              <a:t>Python</a:t>
            </a:r>
            <a:r>
              <a:rPr lang="ru-RU" sz="1600" dirty="0"/>
              <a:t> </a:t>
            </a:r>
            <a:r>
              <a:rPr lang="ru-RU" sz="1600" dirty="0" smtClean="0"/>
              <a:t>с</a:t>
            </a:r>
            <a:r>
              <a:rPr lang="en-US" sz="1600" dirty="0"/>
              <a:t> </a:t>
            </a:r>
            <a:r>
              <a:rPr lang="ru-RU" sz="1600" dirty="0" smtClean="0"/>
              <a:t>использованием </a:t>
            </a:r>
            <a:r>
              <a:rPr lang="ru-RU" sz="1600" dirty="0" err="1"/>
              <a:t>Flask</a:t>
            </a:r>
            <a:r>
              <a:rPr lang="ru-RU" sz="1600" dirty="0"/>
              <a:t>. Проект может служить основой </a:t>
            </a:r>
            <a:r>
              <a:rPr lang="ru-RU" sz="1600" dirty="0" smtClean="0"/>
              <a:t>для</a:t>
            </a:r>
            <a:endParaRPr lang="en-US" sz="1600" dirty="0" smtClean="0"/>
          </a:p>
          <a:p>
            <a:pPr algn="l"/>
            <a:r>
              <a:rPr lang="ru-RU" sz="1600" dirty="0" smtClean="0"/>
              <a:t>более </a:t>
            </a:r>
            <a:r>
              <a:rPr lang="ru-RU" sz="1600" dirty="0"/>
              <a:t>сложных систем, где требуется </a:t>
            </a:r>
            <a:r>
              <a:rPr lang="ru-RU" sz="1600" dirty="0" smtClean="0"/>
              <a:t>серверная</a:t>
            </a:r>
            <a:r>
              <a:rPr lang="en-US" sz="1600" dirty="0"/>
              <a:t> </a:t>
            </a:r>
            <a:r>
              <a:rPr lang="ru-RU" sz="1600" dirty="0" smtClean="0"/>
              <a:t>обработка </a:t>
            </a:r>
            <a:r>
              <a:rPr lang="ru-RU" sz="1600" dirty="0"/>
              <a:t>данных </a:t>
            </a:r>
            <a:r>
              <a:rPr lang="ru-RU" sz="1600" dirty="0" smtClean="0"/>
              <a:t>и</a:t>
            </a:r>
            <a:endParaRPr lang="en-US" sz="1600" dirty="0" smtClean="0"/>
          </a:p>
          <a:p>
            <a:pPr algn="l"/>
            <a:r>
              <a:rPr lang="ru-RU" sz="1600" dirty="0" err="1" smtClean="0"/>
              <a:t>минималистичный</a:t>
            </a:r>
            <a:r>
              <a:rPr lang="ru-RU" sz="1600" dirty="0" smtClean="0"/>
              <a:t> </a:t>
            </a:r>
            <a:r>
              <a:rPr lang="ru-RU" sz="1600" dirty="0"/>
              <a:t>интерфейс. Полученный опыт применим для </a:t>
            </a:r>
            <a:r>
              <a:rPr lang="ru-RU" sz="1600" dirty="0" smtClean="0"/>
              <a:t>создания</a:t>
            </a:r>
            <a:endParaRPr lang="en-US" sz="1600" dirty="0" smtClean="0"/>
          </a:p>
          <a:p>
            <a:pPr algn="l"/>
            <a:r>
              <a:rPr lang="ru-RU" sz="1600" dirty="0" smtClean="0"/>
              <a:t>внутренних</a:t>
            </a:r>
            <a:r>
              <a:rPr lang="en-US" sz="1600" dirty="0" smtClean="0"/>
              <a:t> </a:t>
            </a:r>
            <a:r>
              <a:rPr lang="ru-RU" sz="1600" dirty="0" smtClean="0"/>
              <a:t>корпоративных </a:t>
            </a:r>
            <a:r>
              <a:rPr lang="ru-RU" sz="1600" dirty="0"/>
              <a:t>инструментов, образовательных проектов </a:t>
            </a:r>
            <a:r>
              <a:rPr lang="ru-RU" sz="1600" dirty="0" smtClean="0"/>
              <a:t>и</a:t>
            </a:r>
            <a:endParaRPr lang="en-US" sz="1600" dirty="0" smtClean="0"/>
          </a:p>
          <a:p>
            <a:pPr algn="l"/>
            <a:r>
              <a:rPr lang="ru-RU" sz="1600" dirty="0" smtClean="0"/>
              <a:t>прототипов</a:t>
            </a:r>
            <a:r>
              <a:rPr lang="ru-RU" sz="1600" dirty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8264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8"/>
          <p:cNvSpPr txBox="1">
            <a:spLocks noGrp="1"/>
          </p:cNvSpPr>
          <p:nvPr>
            <p:ph type="ctrTitle"/>
          </p:nvPr>
        </p:nvSpPr>
        <p:spPr>
          <a:xfrm>
            <a:off x="2363909" y="1635646"/>
            <a:ext cx="4379400" cy="11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Спасибо за внимание!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lean Aesthetic Style Marketing Plan by Slidesgo">
  <a:themeElements>
    <a:clrScheme name="Simple Light">
      <a:dk1>
        <a:srgbClr val="494949"/>
      </a:dk1>
      <a:lt1>
        <a:srgbClr val="F3F3F3"/>
      </a:lt1>
      <a:dk2>
        <a:srgbClr val="52514D"/>
      </a:dk2>
      <a:lt2>
        <a:srgbClr val="807F7A"/>
      </a:lt2>
      <a:accent1>
        <a:srgbClr val="A1A1A1"/>
      </a:accent1>
      <a:accent2>
        <a:srgbClr val="CCCCC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9494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190</Words>
  <Application>Microsoft Office PowerPoint</Application>
  <PresentationFormat>Экран (16:9)</PresentationFormat>
  <Paragraphs>31</Paragraphs>
  <Slides>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Assistant</vt:lpstr>
      <vt:lpstr>Sora</vt:lpstr>
      <vt:lpstr>Clean Aesthetic Style Marketing Plan by Slidesgo</vt:lpstr>
      <vt:lpstr>КАЛЬКУЛЯТОР-КОНВЕРТЕР</vt:lpstr>
      <vt:lpstr>Введение</vt:lpstr>
      <vt:lpstr>Презентация PowerPoint</vt:lpstr>
      <vt:lpstr>Реализация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Мини-графический редактор</dc:title>
  <dc:creator>Роман</dc:creator>
  <cp:lastModifiedBy>Роман</cp:lastModifiedBy>
  <cp:revision>19</cp:revision>
  <dcterms:modified xsi:type="dcterms:W3CDTF">2026-05-12T19:30:11Z</dcterms:modified>
</cp:coreProperties>
</file>